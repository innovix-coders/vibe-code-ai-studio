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💎 Vibe-Code AI Studio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AI-Driven Data Storytelling &amp; Visualization Tool</a:t>
            </a:r>
          </a:p>
          <a:p>
            <a:r>
              <a:t>Developed by Team Innovex 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Vibe-Code AI Studio Pro is a Streamlit-based application designed to simplify data storytelling.</a:t>
            </a:r>
          </a:p>
          <a:p>
            <a:r>
              <a:t>It helps analysts and students automatically detect insights, visualize patterns, and make data-driven decisions.</a:t>
            </a:r>
          </a:p>
          <a:p>
            <a:endParaRPr/>
          </a:p>
          <a:p>
            <a:r>
              <a:t>The app combines automation, visualization, and AI-generated summaries for faster, smarter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🧠 Intelligent Goal Interpretation – Detects data intent from plain English.</a:t>
            </a:r>
          </a:p>
          <a:p>
            <a:r>
              <a:t>• 📊 Auto Chart Suggestion – Chooses best visualization for your dataset.</a:t>
            </a:r>
          </a:p>
          <a:p>
            <a:r>
              <a:t>• 🎨 Multiple Themes – Dark, Light, Minimal styles.</a:t>
            </a:r>
          </a:p>
          <a:p>
            <a:r>
              <a:t>• 📈 AI Insight Generator – Provides summaries and findings automatically.</a:t>
            </a:r>
          </a:p>
          <a:p>
            <a:r>
              <a:t>• 💾 Config Export – Download data analysis plan in JSON.</a:t>
            </a:r>
          </a:p>
          <a:p>
            <a:r>
              <a:t>• 📂 Built-in &amp; Custom Datasets – Instant analysis or file upload.</a:t>
            </a:r>
          </a:p>
          <a:p>
            <a:r>
              <a:t>• 🔥 Correlation Heatmap – Understand numeric relationships.</a:t>
            </a:r>
          </a:p>
          <a:p>
            <a:r>
              <a:t>• 💡 Smart Recommendations – Suggests next analysis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 UI for user interaction.</a:t>
            </a:r>
          </a:p>
          <a:p>
            <a:r>
              <a:t>Backend: Python + Pandas for data manipulation.</a:t>
            </a:r>
          </a:p>
          <a:p>
            <a:r>
              <a:t>Visualization: Plotly Express for interactive, responsive charts.</a:t>
            </a:r>
          </a:p>
          <a:p>
            <a:r>
              <a:t>Logic Engine: Keyword-based intent detection and AI-style summary logic.</a:t>
            </a:r>
          </a:p>
          <a:p>
            <a:r>
              <a:t>Data Sources: Built-in and uploaded CSV/Excel datasets.</a:t>
            </a:r>
          </a:p>
          <a:p>
            <a:r>
              <a:t>Output: Insights, visualizations, and configuration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🚀 Fast and interactive data visualization.</a:t>
            </a:r>
          </a:p>
          <a:p>
            <a:r>
              <a:t>• 🤖 No need for coding knowledge to generate insights.</a:t>
            </a:r>
          </a:p>
          <a:p>
            <a:r>
              <a:t>• 🎯 Detects trends, comparisons, and relationships automatically.</a:t>
            </a:r>
          </a:p>
          <a:p>
            <a:r>
              <a:t>• 💬 Clear AI-generated text summaries.</a:t>
            </a:r>
          </a:p>
          <a:p>
            <a:r>
              <a:t>• 🧩 Flexible – Works with any dataset type.</a:t>
            </a:r>
          </a:p>
          <a:p>
            <a:r>
              <a:t>• 🌍 Open-source and customizable.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/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🧩 AI logic is rule-based (not real NLP intelligence yet).</a:t>
            </a:r>
          </a:p>
          <a:p>
            <a:r>
              <a:t>• 🕐 Large datasets may slow down processing.</a:t>
            </a:r>
          </a:p>
          <a:p>
            <a:r>
              <a:t>• 📉 Visuals depend on user-selected columns – incorrect choices can mislead.</a:t>
            </a:r>
          </a:p>
          <a:p>
            <a:r>
              <a:t>• 💻 Requires Python &amp; Streamlit setup.</a:t>
            </a:r>
          </a:p>
          <a:p>
            <a:r>
              <a:t>• 🧠 Lacks predictive analytics or ML models (future addition).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🧠 Integrate GPT-based natural language summaries.</a:t>
            </a:r>
          </a:p>
          <a:p>
            <a:r>
              <a:t>• 📊 Multi-chart dashboards for richer storytelling.</a:t>
            </a:r>
          </a:p>
          <a:p>
            <a:r>
              <a:t>• 🔮 Predictive trend forecasting using machine learning.</a:t>
            </a:r>
          </a:p>
          <a:p>
            <a:r>
              <a:t>• 🌐 Cloud deployment for team collaboration.</a:t>
            </a:r>
          </a:p>
          <a:p>
            <a:r>
              <a:t>• 🗂️ Excel/PDF report auto-generation.</a:t>
            </a:r>
          </a:p>
          <a:p>
            <a:r>
              <a:t>• 🎥 Animated visualization exports.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analysts creating dashboards quickly.</a:t>
            </a:r>
          </a:p>
          <a:p>
            <a:r>
              <a:t>• Students learning data visualization and analytics.</a:t>
            </a:r>
          </a:p>
          <a:p>
            <a:r>
              <a:t>• Teachers demonstrating real-time data interpretation.</a:t>
            </a:r>
          </a:p>
          <a:p>
            <a:r>
              <a:t>• Organizations automating reports.</a:t>
            </a:r>
          </a:p>
          <a:p>
            <a:r>
              <a:t>• Developers extending the tool into smart BI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Vibe-Code AI Studio Pro bridges the gap between raw data and meaningful insights.</a:t>
            </a:r>
          </a:p>
          <a:p>
            <a:r>
              <a:t>By combining visualization, AI-driven analysis, and ease of use, it empowers users to explore data interactively.</a:t>
            </a:r>
          </a:p>
          <a:p>
            <a:endParaRPr/>
          </a:p>
          <a:p>
            <a:r>
              <a:t>💡 'Transforming data into stories with intelligence and simplicity.'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Developed By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b="1" dirty="0"/>
              <a:t>👨‍💻 Team </a:t>
            </a:r>
            <a:r>
              <a:rPr b="1" dirty="0" err="1"/>
              <a:t>Innovex</a:t>
            </a:r>
            <a:r>
              <a:rPr b="1" dirty="0"/>
              <a:t> Coders</a:t>
            </a:r>
            <a:endParaRPr lang="en-US" b="1" dirty="0"/>
          </a:p>
          <a:p>
            <a:endParaRPr dirty="0"/>
          </a:p>
          <a:p>
            <a:r>
              <a:rPr dirty="0"/>
              <a:t>• Anandhu </a:t>
            </a:r>
            <a:r>
              <a:rPr lang="en-US" dirty="0"/>
              <a:t>Sunilkumar </a:t>
            </a:r>
            <a:r>
              <a:rPr b="1" dirty="0"/>
              <a:t>(Lead Developer)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Sanket </a:t>
            </a:r>
            <a:r>
              <a:rPr lang="en-US" dirty="0" err="1"/>
              <a:t>Gaoankar</a:t>
            </a:r>
            <a:r>
              <a:rPr lang="en-US" dirty="0"/>
              <a:t> , Tejas Waghmare (</a:t>
            </a:r>
            <a:r>
              <a:rPr lang="en-US" b="1" dirty="0"/>
              <a:t>Members</a:t>
            </a:r>
            <a:r>
              <a:rPr lang="en-US" dirty="0"/>
              <a:t>)</a:t>
            </a:r>
          </a:p>
          <a:p>
            <a:endParaRPr dirty="0"/>
          </a:p>
          <a:p>
            <a:r>
              <a:rPr dirty="0"/>
              <a:t>• AI/ML Assistant: ChatGPT</a:t>
            </a:r>
          </a:p>
          <a:p>
            <a:endParaRPr dirty="0"/>
          </a:p>
          <a:p>
            <a:r>
              <a:rPr dirty="0"/>
              <a:t>Tools Used: </a:t>
            </a:r>
            <a:r>
              <a:rPr b="1" dirty="0"/>
              <a:t>Python, </a:t>
            </a:r>
            <a:r>
              <a:rPr b="1" dirty="0" err="1"/>
              <a:t>Streamlit</a:t>
            </a:r>
            <a:r>
              <a:rPr b="1" dirty="0"/>
              <a:t>, Pandas, </a:t>
            </a:r>
            <a:r>
              <a:rPr b="1" dirty="0" err="1"/>
              <a:t>Plotly</a:t>
            </a:r>
            <a:endParaRPr b="1" dirty="0"/>
          </a:p>
          <a:p>
            <a:r>
              <a:rPr dirty="0"/>
              <a:t>Version: AI Studio Ultra 2025</a:t>
            </a:r>
          </a:p>
          <a:p>
            <a:endParaRPr dirty="0"/>
          </a:p>
          <a:p>
            <a:r>
              <a:rPr dirty="0"/>
              <a:t>Thank you for exploring this project!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518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💎 Vibe-Code AI Studio Pro</vt:lpstr>
      <vt:lpstr>Introduction</vt:lpstr>
      <vt:lpstr>Key Features</vt:lpstr>
      <vt:lpstr>Technical Architecture</vt:lpstr>
      <vt:lpstr>Advantages</vt:lpstr>
      <vt:lpstr>Disadvantages / Limitations</vt:lpstr>
      <vt:lpstr>Future Scope</vt:lpstr>
      <vt:lpstr>Use Cases</vt:lpstr>
      <vt:lpstr>Summary</vt:lpstr>
      <vt:lpstr>Developed By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Anandhu sunilkumar</cp:lastModifiedBy>
  <cp:revision>2</cp:revision>
  <dcterms:created xsi:type="dcterms:W3CDTF">2013-01-27T09:14:16Z</dcterms:created>
  <dcterms:modified xsi:type="dcterms:W3CDTF">2025-11-12T04:23:12Z</dcterms:modified>
  <cp:category/>
</cp:coreProperties>
</file>